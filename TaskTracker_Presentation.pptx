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Streamlining Project Management</a:t>
            </a:r>
          </a:p>
          <a:p>
            <a:r>
              <a:t>Empowering teams to collaborate, track progress, and deliver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Challenges We 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communication across emails and multiple chat apps.</a:t>
            </a:r>
          </a:p>
          <a:p>
            <a:pPr/>
            <a:r>
              <a:t>Unclear responsibilities leading to missed deadlines.</a:t>
            </a:r>
          </a:p>
          <a:p>
            <a:pPr/>
            <a:r>
              <a:t>Lack of real-time visibility into overall project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 web-based platform for all task management.</a:t>
            </a:r>
          </a:p>
          <a:p>
            <a:pPr/>
            <a:r>
              <a:t>Unified communication, file sharing, and status tracking in one place.</a:t>
            </a:r>
          </a:p>
          <a:p>
            <a:pPr/>
            <a:r>
              <a:t>Intuitive dashboards to visualize workload and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Efficiency: Improve team productivity by reducing time spent searching for task details.</a:t>
            </a:r>
          </a:p>
          <a:p>
            <a:pPr/>
            <a:r>
              <a:t>Accountability: Clearly define roles and assign specific tasks to individuals.</a:t>
            </a:r>
          </a:p>
          <a:p>
            <a:pPr/>
            <a:r>
              <a:t>Transparency: Provide real-time progress tracking for managers and clients.</a:t>
            </a:r>
          </a:p>
          <a:p>
            <a:pPr/>
            <a:r>
              <a:t>Scalability: Build a system that grows alongside the organization.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Hosting: Cloud-based VPS (e.g., AWS, DigitalOcean) or standard web hosting.</a:t>
            </a:r>
          </a:p>
          <a:p>
            <a:pPr/>
            <a:r>
              <a:t>Web Server: Apache or Nginx.</a:t>
            </a:r>
          </a:p>
          <a:p>
            <a:pPr/>
            <a:r>
              <a:t>Hardware (Minimum): 2GB RAM, 2 CPU Cores, 20GB SSD Storage.</a:t>
            </a:r>
          </a:p>
          <a:p>
            <a:pPr/>
            <a:r>
              <a:t>OS: Linux (Ubuntu/CentOS).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JavaScript (React / Vanilla JS).</a:t>
            </a:r>
          </a:p>
          <a:p>
            <a:pPr/>
            <a:r>
              <a:t>Backend: PHP / Node.js.</a:t>
            </a:r>
          </a:p>
          <a:p>
            <a:pPr/>
            <a:r>
              <a:t>Database: MySQL / PostgreSQL.</a:t>
            </a:r>
          </a:p>
          <a:p>
            <a:pPr/>
            <a:r>
              <a:t>Version Control: Git &amp;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Dashboard: Summary of assigned tasks and upcoming deadlines.</a:t>
            </a:r>
          </a:p>
          <a:p>
            <a:pPr/>
            <a:r>
              <a:t>Kanban Board / List View: Easy drag-and-drop task management.</a:t>
            </a:r>
          </a:p>
          <a:p>
            <a:pPr/>
            <a:r>
              <a:t>Task Details: Spaces for comments, attachments, and status updates.</a:t>
            </a:r>
          </a:p>
          <a:p>
            <a:pPr/>
            <a:r>
              <a:t>Notifications: Real-time alerts for updates and mentions.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Management: Invite, suspend, or remove team members.</a:t>
            </a:r>
          </a:p>
          <a:p>
            <a:pPr/>
            <a:r>
              <a:t>Role-Based Access: Assign Admin, Manager, or Employee permissions.</a:t>
            </a:r>
          </a:p>
          <a:p>
            <a:pPr/>
            <a:r>
              <a:t>Global Overview: Monitor all active projects across the company.</a:t>
            </a:r>
          </a:p>
          <a:p>
            <a:pPr/>
            <a:r>
              <a:t>Analytics: Generate reports on team performance and bottlenecks.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Structure: Ensuring data integrity and reducing redundancy.</a:t>
            </a:r>
          </a:p>
          <a:p>
            <a:pPr/>
            <a:r>
              <a:t>Core Tables: Users, Projects, Tasks, Comments, Attachments.</a:t>
            </a:r>
          </a:p>
          <a:p>
            <a:pPr/>
            <a:r>
              <a:t>Security: Hashed passwords and secure session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Entity-Relationship (ER)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Relationships:</a:t>
            </a:r>
          </a:p>
          <a:p>
            <a:pPr lvl="1"/>
            <a:r>
              <a:t>  • 1 User -&gt; Many Tasks (One-to-Many)</a:t>
            </a:r>
          </a:p>
          <a:p>
            <a:pPr lvl="1"/>
            <a:r>
              <a:t>  • 1 Project -&gt; Many Tasks (One-to-Many)</a:t>
            </a:r>
          </a:p>
          <a:p>
            <a:pPr lvl="1"/>
            <a:r>
              <a:t>  • 1 Task -&gt; Many Comments (One-to-Many)</a:t>
            </a:r>
          </a:p>
          <a:p>
            <a:br/>
            <a:pPr/>
            <a:r>
              <a:t>[Please insert your ER Diagram Image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DFD (Data Flow Diagram): Shows how user inputs travel to the database.</a:t>
            </a:r>
          </a:p>
          <a:p>
            <a:pPr/>
            <a:r>
              <a:t>Gantt Chart: Illustrates our development timeline and milestones.</a:t>
            </a:r>
          </a:p>
          <a:p>
            <a:pPr/>
            <a:r>
              <a:t>PERT Chart: Highlights task dependencies during development.</a:t>
            </a:r>
          </a:p>
          <a:p>
            <a:br/>
            <a:pPr/>
            <a:r>
              <a:t>[Please insert visual diagrams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Module: Secure Login/Signup &amp; Password Reset.</a:t>
            </a:r>
          </a:p>
          <a:p>
            <a:pPr/>
            <a:r>
              <a:t>Task Management Module: Create, Read, Update, Delete (CRUD) tasks.</a:t>
            </a:r>
          </a:p>
          <a:p>
            <a:pPr/>
            <a:r>
              <a:t>Collaboration Module: File sharing and real-time commenting.</a:t>
            </a:r>
          </a:p>
          <a:p>
            <a:pPr/>
            <a:r>
              <a:t>Search &amp; Filter Module: Quickly find tasks by name, date, or assignee.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Handling database relationships, creating a responsive UI, and managing state/data flow.</a:t>
            </a:r>
          </a:p>
          <a:p>
            <a:pPr/>
            <a:r>
              <a:t>Learnings: Deepened understanding of relational databases, improved UI/UX design skills, and the importance of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Official Documentation (React, Node.js, PHP, MySQL, etc.)</a:t>
            </a:r>
          </a:p>
          <a:p>
            <a:pPr/>
            <a:r>
              <a:t>Stack Overflow / Developer Forums</a:t>
            </a:r>
          </a:p>
          <a:p>
            <a:pPr/>
            <a:r>
              <a:t>UI/UX Inspiration: Dribbble / Behance</a:t>
            </a:r>
          </a:p>
          <a:p>
            <a:pPr/>
            <a:r>
              <a:t>Open Source Libraries and Frameworks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